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66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🚗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Guide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Your Transfer Business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airporttransferportal.com/supplier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Supplier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suppliers?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are transfer companies that provide vehicles and drivers to fulfill bookings.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Suppliers Can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Register their company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vehicles to fleet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and manage drivers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route pricing (tariffs)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Receive booking notifications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 drivers to rides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earnings &amp; payouts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Respond to customer reviews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25603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User Roles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Owner: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 to everything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Manager: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971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fleet &amp; rides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611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assigned rides only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Register Your Company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34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Registration Page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/supplier/register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874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Details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address, tax ID, phone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514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Account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personal login details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154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Documents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License, insurance, registration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Application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admin review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Verified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receiving bookings!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21208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Required Documents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Documents: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license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 registration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Insurance certificate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 agreement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Documents: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registration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Insurance per vehicle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Inspection certificate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Documents: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license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card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Background check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Add Your Vehicles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fleet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registration, add all vehicles you want to use for transfers: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🚗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pax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cars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155448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2194560" y="16459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4-7 pax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5603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Minivans, SUVs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0" y="155448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931920" y="16459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93192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MINIBUS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3192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8-16 pax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25603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155448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669280" y="16459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🚍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17-50 pax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25603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coaches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1554480"/>
            <a:ext cx="1645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406640" y="16459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🚙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406640" y="21031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23317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pax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256032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vehicles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017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needed for each vehicle: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291840"/>
            <a:ext cx="3931920" cy="15544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64008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Brand (e.g., Mercedes, Toyota)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(e.g., Vito, Hiace)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Year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Plate number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Passenger capacity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Luggage capacity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066074"/>
            <a:ext cx="3931920" cy="155448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493776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Upload Photos: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Exterior photo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Interior photo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Registration document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Insurance document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photos = more bookings!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Add Your Drivers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your team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all drivers who will perform the transfers: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22860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Driver Information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 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address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License number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License expiry 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Photo (shown to customers)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Languages spoken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22860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Driver Documents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license (front &amp; back)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 card / Passport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Professional driver certificate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Medical certificate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Background check result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Tip: Keep driver documents updated! You'll get alerts before they expire.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Set Your Prices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tariffs for routes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Tariffs determine how much you charge for each route and vehicle type: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Tariff = Route + Vehicle + Price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Route: IST Airport → Taksim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Vehicle: Sedan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Price: €45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Currency: EUR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Price Settings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 price (one-way)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Extra passenger fee (optional)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Night surcharge (optional)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Holiday surcharge (optional)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Child seat fee (optional)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Tariff Table: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| Sedan | Van | Minibus |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→ Taksim | €45 | €65 | €95 | Active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→ Sultanahmet | €50 | €70 | €100 | Active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Receiving Rides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booking comes 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customer books a transfer on your route, you receive the ride: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743200" cy="13716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notification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all ride details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743200" cy="13716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6616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alert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377440" cy="137160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922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Dashboard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ride appears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your ride list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Details You Receive: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Booking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Name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 Number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Pickup Location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Dropoff Address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794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Flight Number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Pickup Date/Time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Passengers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Type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Special Requests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Status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4434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Payout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Assigning Drivers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driver to each ride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rides come in as "Pending Assignment". You need to assign a driver: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32588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Rides page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1554480"/>
            <a:ext cx="132588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874520" y="1600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74520" y="192024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pending ride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554480"/>
            <a:ext cx="132588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291840" y="1600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"Assign Driver"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554480"/>
            <a:ext cx="132588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709160" y="1600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192024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available driver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132588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126480" y="1600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192024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vehicle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43800" y="1554480"/>
            <a:ext cx="132588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7543800" y="1600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43800" y="192024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assignment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After assignment: Customer receives driver details &amp; tracking link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Assignment Tips: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Assign drivers at least 24 hours before pickup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Check driver availability before assigning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Match vehicle type to booking requirement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Consider driver location for efficiency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can reassign if needed (customer will be notified)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 Status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ride progress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ride goes through these statuses: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325880" cy="109728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driver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74520" y="1554480"/>
            <a:ext cx="1325880" cy="109728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874520" y="164592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743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assigned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91840" y="1554480"/>
            <a:ext cx="1325880" cy="1097280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291840" y="164592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ROUTE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743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heading to pickup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09160" y="1554480"/>
            <a:ext cx="1325880" cy="1097280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709160" y="164592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2743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at pickup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1554480"/>
            <a:ext cx="1325880" cy="109728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126480" y="164592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2743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ongoing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5236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43800" y="1554480"/>
            <a:ext cx="1325880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7543800" y="164592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43800" y="2743200"/>
            <a:ext cx="1325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Done!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Updates Status?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3931920" cy="13716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4008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Driver App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updates status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Location auto-tracked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sees live updates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474720"/>
            <a:ext cx="3931920" cy="137160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93776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Supplier Dashboard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0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Manager can update too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Useful for manual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Override if needed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&amp; Payouts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paid for your services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earn money for each completed transfer: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8288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Earnings Calculation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 Price:     €45.00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Fee:     - €4.50 (10%)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Payout:       €40.50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182880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Payout Schedule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settlements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Bank transfer to your account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Minimum payout: €50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Processing: 2-3 business days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 Page Shows: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Pending balance (rides awaiting payout)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Processing (being transferred)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Paid (completed payouts)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Transaction history with booking details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&amp; Ratings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reputation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can rate and review your service after each transfer: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645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Your Rating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⭐⭐⭐⭐⭐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out of 5 (124 reviews)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Shown to customers when booking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164592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Reviews Include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 rating (1-5)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Written comment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Driver 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Trip details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Date of transfer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Responding to Reviews: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can respond to any review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Thank positive reviewers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Address concerns professionally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Responses are public - be polite!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Good reviews = more bookings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documents up to date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documents must be valid for you to receive bookings: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51760" cy="137160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Docs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license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Insurance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Tax cert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137160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38328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Docs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Insurance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Inspection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13716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Docs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License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You'll receive alerts 30 days before any document expires!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Status: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2011680" cy="6400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57200" y="4251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&amp; approved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06040" y="4206240"/>
            <a:ext cx="201168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2606040" y="4251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06040" y="4480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Expires within 30 days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4206240"/>
            <a:ext cx="2011680" cy="6400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754880" y="4251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480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renew immediately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03720" y="4206240"/>
            <a:ext cx="2011680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6903720" y="42519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448056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admin review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Portal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Register &amp; get verified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Add vehicles to your fleet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Add and manage drivers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Set prices for routes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0" y="14630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Receive &amp; manage rides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20116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Assign drivers to rides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 Track ride status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3108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Get paid weekly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airporttransferportal.com/supplier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1124</Words>
  <Application>Microsoft Office PowerPoint</Application>
  <PresentationFormat>On-screen Show (16:9)</PresentationFormat>
  <Paragraphs>356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Supplier Guide - Airport Transfer Portal</dc:title>
  <dc:subject>Complete supplier operations guide</dc:subject>
  <dc:creator>Airport Transfer Portal</dc:creator>
  <cp:lastModifiedBy>Diler Tunalı</cp:lastModifiedBy>
  <cp:revision>2</cp:revision>
  <dcterms:created xsi:type="dcterms:W3CDTF">2025-12-05T06:24:33Z</dcterms:created>
  <dcterms:modified xsi:type="dcterms:W3CDTF">2025-12-05T06:30:09Z</dcterms:modified>
</cp:coreProperties>
</file>