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Transfer Portal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User 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Clients, Agents, Suppliers &amp; Admin interact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airporttransferportal.com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1097280"/>
          </a:xfrm>
          <a:prstGeom prst="rect">
            <a:avLst/>
          </a:prstGeom>
          <a:solidFill>
            <a:srgbClr val="1F2937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2377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Transfer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01168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AGENTS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01168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SUPPLIERS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201168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1828800"/>
            <a:ext cx="731520" cy="7315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68880" y="3200400"/>
            <a:ext cx="731520" cy="-27432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0" y="1828800"/>
            <a:ext cx="-457200" cy="73152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3200400"/>
            <a:ext cx="-457200" cy="-27432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  <a:headEnd type="triangle"/>
          </a:ln>
        </p:spPr>
      </p:sp>
      <p:sp>
        <p:nvSpPr>
          <p:cNvPr id="18" name="Text 16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User Types Connected Through One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Client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customers book airport transfers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airport, destination,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passengers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0" cy="32004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available vehicles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prices from suppliers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0" cy="32004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passenger details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payment method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429000"/>
            <a:ext cx="0" cy="32004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57200" y="365760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977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booking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confirmation email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0" cy="320040"/>
          </a:xfrm>
          <a:prstGeom prst="line">
            <a:avLst/>
          </a:prstGeom>
          <a:noFill/>
          <a:ln w="25400">
            <a:solidFill>
              <a:srgbClr val="3B82F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" y="44805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526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800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driver 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pickup day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188720"/>
            <a:ext cx="3657600" cy="36576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Access Points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182880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Website: airporttransferportal.com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responsive design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Booking page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driver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confirmations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Payment Options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38404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 Later (cash to driver)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Card (online)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 Transfer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Travel Agent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partners who book on behalf of their clients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36576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Agent Registration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Register at /agency/register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Submit company documents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 verifies &amp; approves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Receive API key for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Get credit limit assigned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Agent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 with booking stats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balance management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member access control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Invoice &amp; payment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for system integration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White-label widget option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Agent Booking Process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6916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406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to Agent Portal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21488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21945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available transfers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6060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client details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0632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using credit balance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5204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receives confirmation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97764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invoiced monthly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389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API Endpoint: /api/v1/booking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Supplier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companies who fulfill the bookings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3657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Getting Started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Register company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Upload documents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 vehicles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 drivers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Set route pricing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Get verified by admin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Required Documents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license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 certificate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registrations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licenses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834640" cy="36576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Daily Operations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incoming rides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 drivers to rides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ride status: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Pending → Assigned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En Route → Arrived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In Progress → Done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 customer issues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driver schedule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560320" cy="3657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Payouts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earnings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pending payouts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settlements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Commission deducted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 transfer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supplier account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Reviews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429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feedback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Rating displayed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 to reviews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 Control Panel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E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control and management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User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Create, edit, delete 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 &amp; permissions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Airports &amp; Zones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service areas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coverage zones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 Routes &amp; Pricing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routes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supplier tariffs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Booking Management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bookings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cancellations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4688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Supplier Verification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9260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new suppliers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documents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Agency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9260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agencies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credit limits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Payouts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2976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supplier payments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transactions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840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3756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&amp; Reports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42976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analytics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statistics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8404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6364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System Settings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63640" y="4297680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configuration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setup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Complete Booking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booking moves through the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463040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CLIENT/AGENT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Booking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03120" y="1280160"/>
            <a:ext cx="14630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965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&amp; Notifies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49040" y="1280160"/>
            <a:ext cx="14630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965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Ride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394960" y="1280160"/>
            <a:ext cx="14630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1965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Driver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040880" y="1280160"/>
            <a:ext cx="14630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4088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19659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 Transfer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Ride Status Lifecycle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1371600" cy="82296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driver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920240" y="3291840"/>
            <a:ext cx="1371600" cy="8229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4" name="Text 32"/>
          <p:cNvSpPr/>
          <p:nvPr/>
        </p:nvSpPr>
        <p:spPr>
          <a:xfrm>
            <a:off x="192024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92024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assigned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83280" y="3291840"/>
            <a:ext cx="1371600" cy="8229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832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heading to pickup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46320" y="3291840"/>
            <a:ext cx="1371600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at pickup point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309360" y="3291840"/>
            <a:ext cx="1371600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in progress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772400" y="3291840"/>
            <a:ext cx="1371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724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finished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" y="4297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Automatic Notifications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7200" y="4617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Booking confirmation email to client  • Driver assignment notification  • Driver en route SMS  • Pickup reminder  • Payment receipt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743200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5544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Bookings,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Rides, Payouts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11480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Integrations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Gateway (MAZAKA)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SMS/WhatsApp (Twilio)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Currency Exchange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Flight Tracking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411480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Hosting &amp; Deployment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DigitalOcean VPS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PM2 Process Manager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Nginx Reverse Proxy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SSL Certificate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Transfer Portal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Travelers with Transfer Providers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9202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book &amp; track transfers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2743200"/>
            <a:ext cx="1920240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8892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booking with credit 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743200"/>
            <a:ext cx="1920240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fleet &amp; fulfill rides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2743200"/>
            <a:ext cx="1920240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86600" y="3246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entire 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389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airporttransferportal.com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Airport Transfer Portal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Airport Transfer Portal - System Overview</dc:title>
  <dc:subject>How the booking system works</dc:subject>
  <dc:creator>Airport Transfer Portal</dc:creator>
  <cp:lastModifiedBy>Airport Transfer Portal</cp:lastModifiedBy>
  <cp:revision>1</cp:revision>
  <dcterms:created xsi:type="dcterms:W3CDTF">2025-12-05T06:10:32Z</dcterms:created>
  <dcterms:modified xsi:type="dcterms:W3CDTF">2025-12-05T06:10:32Z</dcterms:modified>
</cp:coreProperties>
</file>