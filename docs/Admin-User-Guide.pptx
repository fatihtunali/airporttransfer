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633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EF4444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87171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⚙️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Panel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Management Guide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airporttransferportal.com/admin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Admin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admins control?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provides complete control over the entire Airport Transfer Portal platform.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all user accounts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✈️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airports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destination zones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🛣️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airports to zones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6517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38328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4048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&amp; manage suppliers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6517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21792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travel agents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4864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bookings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65760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38328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84048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4048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payments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65760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21792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67512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7512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configuration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at a glance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shows key metrics and recent activity: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011680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Bookings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201168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60604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06040" y="2103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2011680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€2,450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Payouts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554480"/>
            <a:ext cx="2011680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90372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03720" y="2103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Agencies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Activity: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booking: B1A2B3C4 - IST → Taksim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Supplier registered: ABC Transfer Co.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Payout processed: €450 to XYZ Transfers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expiring: Driver license - John Doe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agency application: Travel Plus Ltd.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all user accounts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edit, and manage users across all roles: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| Description | Access Level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34747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37160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137160" cy="3474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23134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3134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rides &amp; issues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8229600" cy="34747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57200" y="2615184"/>
            <a:ext cx="137160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40080" y="266090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SUPPLIER_OWNER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66090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company owner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62656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57200" y="2962656"/>
            <a:ext cx="137160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40080" y="300837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SUPPLIER_MANAGER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00837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staff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13716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40080" y="33558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33558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transfers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137160" cy="34747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40080" y="3703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AGENCY_OWNER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3703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agency owner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05072"/>
            <a:ext cx="8229600" cy="347472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457200" y="4005072"/>
            <a:ext cx="137160" cy="34747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40080" y="40507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AGENCY_MANAGER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0" y="40507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manager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352544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457200" y="4352544"/>
            <a:ext cx="137160" cy="34747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40080" y="43982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AGENCY_BOOKER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0" y="43982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bookings only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Actions: Create | Edit | Deactivate | Reset Password | View Activity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 &amp; Zones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service areas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Airports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airports where transfers operate: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Airport code (IATA)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City &amp; Country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Timezone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Terminal information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Active/Inactive 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Zones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destination zones: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Zone name (e.g., Taksim)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City &amp; Country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Description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Boundaries/area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Active/Inactive status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🛣️ Routes = Airport ↔ Zone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airports to zones to create routes. Suppliers then set prices (tariffs) for each route.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IST Airport → Taksim (Zone) = Route that suppliers can price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and manage transfer companies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must be verified before they can receive bookings: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01168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registers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1554480"/>
            <a:ext cx="2011680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60604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documents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201168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03720" y="1554480"/>
            <a:ext cx="2011680" cy="822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90372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receive bookings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3931920" cy="20116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4008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Supplier Details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Company name &amp; address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 ID &amp; registration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 person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Fleet size (vehicles)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count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areas (routes)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3931920" cy="20116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93776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Document Verification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approve: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license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Insurance certificates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documents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licenses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with reason if issues found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B2B travel agent partners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agencies book on behalf of their clients using credit: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210312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Agency Configuration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credit limit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Configure commission 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Approve/reject applications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API keys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booking history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team members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21031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Credit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credit usage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Adjust credit limit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 credit top-ups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invoices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payments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Commission Example: Booking €100, Agency Rate 15% = Agency earns €15, Platform receives €85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and manage all bookings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all bookings across the platform: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Filters: Status | Date Range | Supplier | Channel | Airport | Customer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Statuses: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560320"/>
            <a:ext cx="201168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60604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201168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2560320"/>
            <a:ext cx="201168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90372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Actions: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complete booking details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See customer &amp; supplier information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ride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 cancellations &amp; refunds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Reassign to different supplier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Send notifications to customer/supplier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Tariffs &amp; Pricing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supplier pricing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approve supplier tariffs: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64592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Supplier Sets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creates tariff: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 route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vehicle type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 price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rules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743200" cy="16459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Admin Reviews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checks: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 reasonable?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rate?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Supplier verified?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Route exists?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377440" cy="164592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Approve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approved: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Visible to customers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Bookable online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status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Platform Commission: Configure in Settings (e.g., 10% of each booking)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supplier payments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payouts to suppliers for completed transfers: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011680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processing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201168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60604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transferred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2011680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paid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1554480"/>
            <a:ext cx="2011680" cy="914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903720" y="16459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0372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failed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 Process: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008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Rides completed → Payout records created (PENDING)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Admin reviews pending payouts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Select payouts to process → Click "Mark as Paid"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Transfer money via bank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Status updates to PAID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payout shows: Supplier | Booking | Amount | Commission | Net Payout | Bank Details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Center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live operations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and issue management: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all active rides on map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Queue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today's rides by status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✈️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751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1965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flight delays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2651760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4864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0632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problems in real-time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651760"/>
            <a:ext cx="2651760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3832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404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30632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with drivers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651760"/>
            <a:ext cx="2651760" cy="9144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21792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7512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30632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notifications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Severity Levels: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2011680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57200" y="41605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389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06040" y="4114800"/>
            <a:ext cx="201168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2606040" y="41605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06040" y="4389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attention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4114800"/>
            <a:ext cx="2011680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754880" y="41605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389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today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03720" y="4114800"/>
            <a:ext cx="2011680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903720" y="41605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03720" y="438912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available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Settings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configuration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platform-wide settings: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Payment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Gateway config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Commission 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Notifications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templates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SMS settings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5176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Localization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Languages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Timezones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 format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65176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Booking Rules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Cancellation policy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 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Waiting 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3017520"/>
            <a:ext cx="265176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3832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Security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 policy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 timeout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limits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3017520"/>
            <a:ext cx="265176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21792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 settings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Scheduled reports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Metrics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insights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comprehensive reports and analytics: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114800" cy="7315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Daily/weekly/monthly earnings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114800" cy="7315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Report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trends &amp; statistics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4114800" cy="7315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864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by supplier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114800" cy="7315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84632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9496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Report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usage &amp; bookings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4114800" cy="7315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48640" y="3337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Report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200400"/>
            <a:ext cx="4114800" cy="7315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46320" y="3337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9496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Report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routes &amp; pricing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Export Options: CSV | Excel | PDF | API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Manage users &amp; roles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 Configure airports &amp; zones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 Verify suppliers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Manage agencies &amp; credit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Monitor all bookings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Process payouts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Dispatch &amp; live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System settings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Reports &amp;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airporttransferportal.com/admin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1024</Words>
  <Application>Microsoft Office PowerPoint</Application>
  <PresentationFormat>On-screen Show (16:9)</PresentationFormat>
  <Paragraphs>345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 Guide - Airport Transfer Portal</dc:title>
  <dc:subject>Complete admin control panel guide</dc:subject>
  <dc:creator>Airport Transfer Portal</dc:creator>
  <cp:lastModifiedBy>Diler Tunalı</cp:lastModifiedBy>
  <cp:revision>2</cp:revision>
  <dcterms:created xsi:type="dcterms:W3CDTF">2025-12-05T06:24:33Z</dcterms:created>
  <dcterms:modified xsi:type="dcterms:W3CDTF">2025-12-05T06:26:32Z</dcterms:modified>
</cp:coreProperties>
</file>