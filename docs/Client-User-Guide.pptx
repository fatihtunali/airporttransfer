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62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User Guide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Book Airport Transfers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airporttransferportal.com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clients and what can they do?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Client?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is any person who needs airport transfer services. Clients can book transfers directly through the website without registration.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Clients Can 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available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prices &amp; vehicles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 without registration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 online or later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driver location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existing bookings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 bookings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Leave reviews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Access Methods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Desktop website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responsive 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 confirmation 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notifications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tracking page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Search for Transfer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available transfers for your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airporttransferportal.com and fill in the search form: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✈️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Pick-up 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airport (e.g., IST - Istanbul Airport)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destination zone (e.g., Taksim, Sultanahmet)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travel 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pickup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travelers (affects vehicle options)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"Search Transfers" to see available options 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Compare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best option for your needs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COMPARE OPTIONS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 show available vehicles from different suppliers: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1-3  🧳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108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1-7  🧳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474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MINIBUS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8-16  🧳 16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74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shows: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type &amp; photo     • Passenger capacity     • Luggage capacity     • Supplier name &amp; rating     • Total price     • Included features (Meet &amp; Greet, Flight Tracking, etc.)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Enter Passenger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your information for the booking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PASSENGER DETAILS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 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8562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passenger first 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22677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Name 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2677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passenger last 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*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679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booking confirmation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3090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090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will contact you here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" y="35021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Number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5021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flight tracking (optional)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4008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Address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name or full address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43251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Requests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3251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seat, wheelchair, etc.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Required fields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Choose Payment Method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how you want to pay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PAYMENT OPTIONS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Pay Later (Most Popular)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required now. Pay the driver directly in cash or card upon arrival.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if you want flexibility or prefer to pay after your flight.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Credit/Debit Card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securely online with Visa, Mastercard, or American Express.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be redirected to our secure payment gateway.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Bank Transfer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via bank transfer before your trip.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details will be provided after booking confirmation.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Booking Confirmation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booking is confirmed!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4572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0" y="20116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Confirmed!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468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Reference: B1A2B3C4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this code!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Confirmation email sent to your email address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SMS notification with booking details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Driver assigned 24 hours before pickup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Track your driver on pickup day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Your Booking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View, modify or cancel your booking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your booking at: airporttransferportal.com/manage-booking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To access your booking: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Enter your booking reference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Enter your email address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"Find Booking"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0972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You can view: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 details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details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Actions: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complete booking information, driver, vehicle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Driver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on pickup 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Booking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cancellation up to 24 hours before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8288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help with your booking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Driver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tracking on pickup 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LIVE TRACKING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day of your transfer, you can track your driver in real-time: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assigned to your ride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228600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9456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474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is on the way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31920" y="228600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93192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3474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at pickup point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66928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🛣️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3474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in progress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06640" y="228600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40664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06640" y="27432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6640" y="3474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 at destination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see on the tracking page: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251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name &amp; photo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details (make, model, color, plate)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Estimated arrival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phone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location on map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Policy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cancellation available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Free Cancellation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up to 24 hours before pickup time for a full refund.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asked, no fees charged.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Late Cancellation (Less than 24 hours)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within 24 hours of pickup may incur a fee.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support for special circumstances.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No-Show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show up, the full amount is charged. Driver waits 60 minutes at airport pickups.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here to help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info@airporttransferportal.com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within 24 hours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your booking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WhatsApp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 XXX XXX XXXX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booking code for faster help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Self-Service Options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FAQ page: airporttransferportal.com/faq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Booking: airporttransferportal.com/manage-booking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 Center: airporttransferportal.com/help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Booking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7190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- Enter trip details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21488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2219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- View available vehicles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26517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8288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- Enter passenger details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31546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82880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2278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- Choose payment method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0" y="3657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8288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37307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- Receive booking code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4233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- Monitor driver on pickup day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airporttransferportal.com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User Guide - Airport Transfer Portal</dc:title>
  <dc:subject>Complete client booking process</dc:subject>
  <dc:creator>Airport Transfer Portal</dc:creator>
  <cp:lastModifiedBy>Diler Tunalı</cp:lastModifiedBy>
  <cp:revision>2</cp:revision>
  <dcterms:created xsi:type="dcterms:W3CDTF">2025-12-05T06:24:32Z</dcterms:created>
  <dcterms:modified xsi:type="dcterms:W3CDTF">2025-12-05T06:28:25Z</dcterms:modified>
</cp:coreProperties>
</file>