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92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8578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8B5CF6">
              <a:alpha val="30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A78BFA">
              <a:alpha val="30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🏢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Agent Guide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Partner Portal &amp; API Integration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airporttransferportal.com/agency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Agent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Agent Portal?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Portal is designed for travel agencies and tour operators who book transfers on behalf of their clients.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931920" cy="2286000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Key Benefits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Credit-based booking (pay later)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Discounted B2B pricing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Dedicated dashboard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Team member access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API for system integration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White-label widget option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Monthly invoicing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645920"/>
            <a:ext cx="3931920" cy="22860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4937760" y="1737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User Roles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2103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 Owner: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access, billing, settings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2651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 Manager: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2834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Bookings, team, reports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 Booker: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3383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&amp; manage bookings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Agent Portal: airporttransferportal.com/agency/login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Register Your Agency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your B2B partner account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234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Registration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463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airporttransferportal.com/agency/register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874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Information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103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company name, address, tax ID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45720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2514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Details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contact name, email, phone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45720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3154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Documents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3383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license, tax certificate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45720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794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for Review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4023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reviews and approves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38912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45720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7280" y="4434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Activated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4663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 login credentials &amp; API key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0" y="1188720"/>
            <a:ext cx="3200400" cy="274320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5669280" y="1280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Required Documents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6928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Business registration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Tax certificate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Company letterhead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Authorized signatory ID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Approval Time: 1-2 business days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Dashboard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control center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bookings, pending, completed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3200400" y="128016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💳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291840" y="1783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Balance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201168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credit, usage, top-up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0" y="1188720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5943600" y="128016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035040" y="1783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Bookings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0" y="201168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bookings with status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468880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457200" y="256032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48640" y="3063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29184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revenue, booking count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0" y="2468880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3200400" y="256032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🔔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291840" y="3063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91840" y="329184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Alerts, reminders, updates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43600" y="2468880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5943600" y="256032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035040" y="3063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Actions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35040" y="329184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booking, search, reports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640080" y="3840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Dashboard Features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41605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booking updates  • Export reports to CSV  • Filter by date/status  • Search bookings  • Manage team members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now, pay later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credit system allows agencies to book transfers without immediate payment.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931920" cy="182880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How Credit Works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Admin assigns credit limit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Each booking deducts from credit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Pay invoices monthly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Credit refilled after payment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645920"/>
            <a:ext cx="3931920" cy="182880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4937760" y="1737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Credit Dashboard Shows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2103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Total credit limit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Available balance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Used this month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Pending invoices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657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Flow: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1325880" cy="6400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457200" y="397764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Assigned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783080" y="4114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874520" y="3977640"/>
            <a:ext cx="1325880" cy="6400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1874520" y="397764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Made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0" y="4114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91840" y="3977640"/>
            <a:ext cx="1325880" cy="6400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3291840" y="397764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Deducted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17720" y="4114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09160" y="3977640"/>
            <a:ext cx="1325880" cy="6400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4709160" y="397764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Invoice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035040" y="4114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26480" y="3977640"/>
            <a:ext cx="1325880" cy="6400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6126480" y="397764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Made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52360" y="4114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543800" y="3977640"/>
            <a:ext cx="1325880" cy="6400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7543800" y="397764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Restored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a Booking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transfers for your clients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114800" cy="822960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325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"New Booking"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600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dashboard or sidebar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4114800" cy="8229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548640" y="228600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240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Transfer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2514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airport, zone, date, time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114800" cy="822960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54864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154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Vehicle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3429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from available options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188720"/>
            <a:ext cx="4114800" cy="8229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4846320" y="137160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484632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1325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Client Details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40680" y="1600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Passenger name, email, phone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103120"/>
            <a:ext cx="4114800" cy="822960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4846320" y="228600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484632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40680" y="2240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Agency Reference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40680" y="2514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internal booking ID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017520"/>
            <a:ext cx="4114800" cy="8229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4846320" y="320040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484632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40680" y="3154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Booking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40680" y="3429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Deducted from credit, instant confirmation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Booking confirmed instantly! Client receives email confirmation.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Bookings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and manage all your bookings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Bookings page shows all transfers booked by your agency: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Filter by: Status | Date Range | Client Name | Agency Reference | Booking Code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Code | Client | Date | Route | Status | Price | Actions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8229600" cy="41148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Actions: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434840"/>
            <a:ext cx="1554480" cy="411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457200" y="44348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03120" y="4434840"/>
            <a:ext cx="1554480" cy="4114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2103120" y="44348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Booking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749040" y="4434840"/>
            <a:ext cx="1554480" cy="4114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3749040" y="44348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394960" y="4434840"/>
            <a:ext cx="1554480" cy="4114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5394960" y="44348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Resend Email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040880" y="4434840"/>
            <a:ext cx="1554480" cy="411480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7040880" y="44348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Voucher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Management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and manage team members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 owners and managers can add team members with different access levels: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| Bookings | Team Mgmt | Billing | Settings | API Access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| ✅ | ✅ | ✅ | ✅ | ✅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| ✅ | ✅ | ❌ | ✅ | 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Booker | ✅ | ❌ | ❌ | ❌ | ❌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657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a Team Member: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8229600" cy="914400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640080" y="42062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Go to Team page → 2. Click "Add Member" → 3. Enter email → 4. Select role → 5. Send invite → 6. Member activates account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Integration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your booking system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Airport Transfer Portal with your existing booking system using our REST API.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931920" cy="22860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Getting API Access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Go to API Keys page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Generate new API key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Copy key securely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Set in your system headers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Header: X-API-Key: your_key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554480"/>
            <a:ext cx="3931920" cy="228600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493776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Available Endpoints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solidFill>
                <a:srgbClr val="8B5CF6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8B5CF6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8B5CF6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/api/v1/search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/api/v1/quote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/api/v1/booking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/api/v1/booking/{id}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/api/v1/booking/{id}/cancel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Full API documentation: airporttransferportal.com/api-docs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Invoices &amp; Billing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invoicing and payment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bookings are compiled into a monthly invoice: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011680" cy="10972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Month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9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transfers using credit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1554480"/>
            <a:ext cx="2011680" cy="10972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2560320" y="164592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1st of Month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0" y="196596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9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generated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554480"/>
            <a:ext cx="2011680" cy="10972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4663440" y="164592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15 Days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196596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9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due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1554480"/>
            <a:ext cx="2011680" cy="10972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6766560" y="164592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Payment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66560" y="196596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9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restored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3931920" cy="164592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640080" y="2926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Invoice Contains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246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 bookings for the period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Individual booking prices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Total amount due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Commission breakdown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Payment details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834640"/>
            <a:ext cx="3931920" cy="164592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4937760" y="2926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Payment Methods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3246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Bank transfer (IBAN)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Credit card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PayPal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Wire transfer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White-label Widget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booking on your website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transfer booking widget to your own website: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931920" cy="22860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Widget Features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Customizable colors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Your logo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Responsive design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Seamless booking flow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Automatic credit deduction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Client receives your branding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554480"/>
            <a:ext cx="3931920" cy="2286000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493776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Setup Steps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Go to White-label settings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Upload your logo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Set brand colors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Copy embed code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Paste on your website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Test the widget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640080" y="4206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 src="https://airporttransferportal.com/widget.js" data-agency="YOUR_ID"&gt;&lt;/script&gt;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8B5CF6">
              <a:alpha val="20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Portal Summary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28600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 Register and get verified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0" y="2148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 Use credit to book instantly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0" y="2651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Manage all bookings in dashboard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86000" y="3154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 Add team members with roles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86000" y="3657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 Integrate via API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160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 Pay monthly invoices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airporttransferportal.com/agency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948</Words>
  <Application>Microsoft Office PowerPoint</Application>
  <PresentationFormat>On-screen Show (16:9)</PresentationFormat>
  <Paragraphs>249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Travel Agent Guide - Airport Transfer Portal</dc:title>
  <dc:subject>Complete agent booking and management process</dc:subject>
  <dc:creator>Airport Transfer Portal</dc:creator>
  <cp:lastModifiedBy>Diler Tunalı</cp:lastModifiedBy>
  <cp:revision>2</cp:revision>
  <dcterms:created xsi:type="dcterms:W3CDTF">2025-12-05T06:24:33Z</dcterms:created>
  <dcterms:modified xsi:type="dcterms:W3CDTF">2025-12-05T06:27:28Z</dcterms:modified>
</cp:coreProperties>
</file>